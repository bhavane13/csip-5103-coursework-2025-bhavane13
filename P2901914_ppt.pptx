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6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7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6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9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62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4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17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50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0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1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04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7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36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08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228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8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58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Neural Systems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Bhavane Chowdary Narra</a:t>
            </a:r>
          </a:p>
          <a:p>
            <a:r>
              <a:t>P No: P2901914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research compares two deep-learning architectures, Artificial Neural Network (ANN/MLP) and Convolutional Neural Network (CNN), to classify Fashion-MNIST images (28x28 grayscale, 10 apparel categories). The goal is to evaluate their accuracy, generalization, and performance improvements using regularization and data augmentation.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Dataset: Fashion-MNIST (60,000 training, 10,000 testing images)</a:t>
            </a:r>
          </a:p>
          <a:p>
            <a:r>
              <a:rPr dirty="0"/>
              <a:t> Classes: T-shirt/top, Trouser, Pullover, Dress, Coat, Sandal, Shirt, Sneaker, Bag, Ankle Boot</a:t>
            </a:r>
          </a:p>
          <a:p>
            <a:r>
              <a:rPr dirty="0"/>
              <a:t> Image size: 28×28 grayscale</a:t>
            </a:r>
          </a:p>
          <a:p>
            <a:r>
              <a:rPr dirty="0"/>
              <a:t>Provides a simple benchmark for evaluating image classification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 ANN (MLP): Dropout → Dense(64) → Flatten → Dense(128) → Dropout → Dense(10)</a:t>
            </a:r>
          </a:p>
          <a:p>
            <a:r>
              <a:rPr dirty="0"/>
              <a:t>   - Improvements: Reduced dropout rate and optional batch normalization</a:t>
            </a:r>
          </a:p>
          <a:p>
            <a:r>
              <a:rPr dirty="0"/>
              <a:t>   - Captures global patterns but lacks spatial awareness.</a:t>
            </a:r>
          </a:p>
          <a:p>
            <a:endParaRPr dirty="0"/>
          </a:p>
          <a:p>
            <a:r>
              <a:rPr dirty="0"/>
              <a:t> CNN: Conv(32) → </a:t>
            </a:r>
            <a:r>
              <a:rPr dirty="0" err="1"/>
              <a:t>MaxPool</a:t>
            </a:r>
            <a:r>
              <a:rPr dirty="0"/>
              <a:t> → Conv(64) → </a:t>
            </a:r>
            <a:r>
              <a:rPr dirty="0" err="1"/>
              <a:t>MaxPool</a:t>
            </a:r>
            <a:r>
              <a:rPr dirty="0"/>
              <a:t> → Flatten → Dense(128) → Dropout → Dense(10)</a:t>
            </a:r>
          </a:p>
          <a:p>
            <a:r>
              <a:rPr dirty="0"/>
              <a:t>   - Improvements: Added convolutional layers, moderate data augmentation, dropout 0.3</a:t>
            </a:r>
          </a:p>
          <a:p>
            <a:r>
              <a:rPr dirty="0"/>
              <a:t>   - Learns local spatial hierarchies for higher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Optimizer: Adam</a:t>
            </a:r>
          </a:p>
          <a:p>
            <a:r>
              <a:rPr dirty="0"/>
              <a:t>Loss Function: Categorical Cross-Entropy</a:t>
            </a:r>
          </a:p>
          <a:p>
            <a:r>
              <a:rPr dirty="0"/>
              <a:t> Batch Size: 128</a:t>
            </a:r>
          </a:p>
          <a:p>
            <a:r>
              <a:rPr dirty="0"/>
              <a:t> Epochs: 20–30</a:t>
            </a:r>
          </a:p>
          <a:p>
            <a:r>
              <a:rPr dirty="0"/>
              <a:t> Callbacks: Early stopping (patience=10), learning rate reduction (optional)</a:t>
            </a:r>
          </a:p>
          <a:p>
            <a:r>
              <a:rPr dirty="0"/>
              <a:t> Data Augmentation: Applied only to CNN (rotation ±10°, small translations, no flips)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Performance:</a:t>
            </a:r>
          </a:p>
          <a:p>
            <a:r>
              <a:rPr dirty="0"/>
              <a:t> ANN (MLP): 86.</a:t>
            </a:r>
            <a:r>
              <a:rPr lang="en-IN" dirty="0"/>
              <a:t>09</a:t>
            </a:r>
            <a:r>
              <a:rPr dirty="0"/>
              <a:t>% (basic), 86.1% (upgraded)</a:t>
            </a:r>
          </a:p>
          <a:p>
            <a:r>
              <a:rPr dirty="0"/>
              <a:t> CNN: 91.80% (basic), 92.0% (upgraded)</a:t>
            </a:r>
          </a:p>
          <a:p>
            <a:endParaRPr dirty="0"/>
          </a:p>
          <a:p>
            <a:r>
              <a:rPr dirty="0"/>
              <a:t>CNN consistently outperformed ANN by leveraging spatial relationships. Upgraded models showed smoother validation curves and better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&amp; Visualization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Frequent misclassifications were observed between visually similar items:</a:t>
            </a:r>
          </a:p>
          <a:p>
            <a:r>
              <a:rPr dirty="0"/>
              <a:t> T-shirt/top ↔ Shirt</a:t>
            </a:r>
          </a:p>
          <a:p>
            <a:r>
              <a:rPr dirty="0"/>
              <a:t> Pullover ↔ Coat</a:t>
            </a:r>
          </a:p>
          <a:p>
            <a:r>
              <a:rPr dirty="0"/>
              <a:t> Sneaker ↔ Ankle Boot</a:t>
            </a:r>
          </a:p>
          <a:p>
            <a:endParaRPr dirty="0"/>
          </a:p>
          <a:p>
            <a:r>
              <a:rPr dirty="0"/>
              <a:t>CNN demonstrated faster convergence and higher validation stability than MLP.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CNN-based models achieved superior image classification performance. Enhancements such as dropout, batch normalization, and data augmentation improved both accuracy and generalization. Most errors occurred between visually similar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Increase CNN depth and filter count for better feature extraction.</a:t>
            </a:r>
          </a:p>
          <a:p>
            <a:r>
              <a:rPr dirty="0"/>
              <a:t> Explore ensemble approaches to improve prediction robustness.</a:t>
            </a:r>
          </a:p>
          <a:p>
            <a:r>
              <a:rPr dirty="0"/>
              <a:t> Utilize advanced optimizers (</a:t>
            </a:r>
            <a:r>
              <a:rPr dirty="0" err="1"/>
              <a:t>AdamW</a:t>
            </a:r>
            <a:r>
              <a:rPr dirty="0"/>
              <a:t>, RAdam) and learning-rate schedulers.</a:t>
            </a:r>
          </a:p>
          <a:p>
            <a:r>
              <a:rPr dirty="0"/>
              <a:t> Apply interpretability techniques (e.g., Grad-CAM) to improve model explainability.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1384-35BC-8343-0167-32885122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0152" y="2169622"/>
            <a:ext cx="4239201" cy="4078784"/>
          </a:xfrm>
        </p:spPr>
        <p:txBody>
          <a:bodyPr>
            <a:normAutofit/>
          </a:bodyPr>
          <a:lstStyle/>
          <a:p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73280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456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Neural Systems Executive Summary</vt:lpstr>
      <vt:lpstr>Objective</vt:lpstr>
      <vt:lpstr>Dataset Overview</vt:lpstr>
      <vt:lpstr>Model Architectures</vt:lpstr>
      <vt:lpstr>Training Setup</vt:lpstr>
      <vt:lpstr>Performance Summary</vt:lpstr>
      <vt:lpstr>Error &amp; Visualization Analysis</vt:lpstr>
      <vt:lpstr>Conclusions</vt:lpstr>
      <vt:lpstr>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Srikar Reddy</dc:creator>
  <cp:keywords/>
  <dc:description>generated using python-pptx</dc:description>
  <cp:lastModifiedBy>bhavane Chowdary bhavane</cp:lastModifiedBy>
  <cp:revision>3</cp:revision>
  <dcterms:created xsi:type="dcterms:W3CDTF">2013-01-27T09:14:16Z</dcterms:created>
  <dcterms:modified xsi:type="dcterms:W3CDTF">2025-11-06T10:06:08Z</dcterms:modified>
  <cp:category/>
</cp:coreProperties>
</file>